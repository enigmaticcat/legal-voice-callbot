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1" r:id="rId4"/>
    <p:sldId id="303" r:id="rId5"/>
    <p:sldId id="308" r:id="rId6"/>
    <p:sldId id="302" r:id="rId7"/>
    <p:sldId id="292" r:id="rId8"/>
    <p:sldId id="297" r:id="rId9"/>
    <p:sldId id="296" r:id="rId10"/>
    <p:sldId id="285" r:id="rId11"/>
    <p:sldId id="299" r:id="rId12"/>
    <p:sldId id="300" r:id="rId13"/>
    <p:sldId id="307" r:id="rId14"/>
    <p:sldId id="305" r:id="rId15"/>
    <p:sldId id="306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32" autoAdjust="0"/>
    <p:restoredTop sz="94754"/>
  </p:normalViewPr>
  <p:slideViewPr>
    <p:cSldViewPr snapToGrid="0">
      <p:cViewPr>
        <p:scale>
          <a:sx n="129" d="100"/>
          <a:sy n="129" d="100"/>
        </p:scale>
        <p:origin x="-1264" y="-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CD64-1766-2ED6-8113-12FA8A83C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E92E-354E-F7F6-2337-222840104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8116A-29DF-5253-1D1E-158F43F7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F845F-63EC-84FC-91C8-08B22A837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A9B75-0966-5028-801D-1109D236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4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5909-A051-ED70-65CB-9CF74E12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7DEE8-6EAA-F7BF-C1FE-85F0BBAB7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A6741-5619-DD02-63CB-7591FCAC3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1712E-27C4-8137-A820-51A44ADD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C167B-3FE1-BE71-D2D1-1FF907F6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4300-11B5-4BCE-06EE-2925FCCC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27711-454D-FB6C-B63A-D78756F19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BC7CC-C4A1-B319-9DCE-8B77F155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6CC8C-6E1F-7751-4E34-3C258652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2FC72-12A8-9213-021D-B50D1BBC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6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0EE2-FB77-8E0B-74A0-025697D5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E2ADB-A079-7EB3-4271-F63A5D558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0A2F9-59E8-B5E5-6D48-F5A00FAB1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D2DAB-B3A4-8A77-4C79-5F5048ED9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0B2EB-4BC9-C354-E8D1-39596B24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3A752-481C-0E0E-CC56-3CD8284D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6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3832-5E1B-A196-D091-E8D4DA0AE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551EE-0D95-E248-E460-FCD733494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30656-55CA-5C0F-10E8-7382C9814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DD256-10FD-DB18-8F81-95EF85392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B6873-7BFD-4385-1C46-EA728C8AF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89725-8FA3-830E-27C6-B26275B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DDC48-6A36-629D-DFEF-5B3EA90BE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AC560-2D1D-4149-AFD4-AF0F5DFD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8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2537-B53C-F03F-3CEA-5FF9275D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EDD4D-AD12-B992-4EC2-F4D01EE7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B2505-D0EE-49A5-5AF5-847F7ABB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96C3E-7F81-60D9-088B-B9A13FCB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0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B3518-1449-3F1B-901E-20C166488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6B4C8-0BB5-8384-04F5-2FF71AD7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CB01E-9260-FC1D-4995-78D1B26F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1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206C-74C9-7D47-A946-0C94F139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FBD8-4F36-6B34-221D-5DDF53700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6A4D6-356E-C8F1-2160-4665FE885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3F23-80C3-72F2-E7AF-63767CE3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9F365-B909-72A8-0631-8EB58332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E0F18-ECDA-AEA7-DDFA-A57A129F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4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4483-D635-1034-AD8B-CDD673DE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157458-3D58-4333-5CB7-62BE022FE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6D280-E3FF-9A3D-3DCF-7E5CD4F16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DC25C-B0FF-6996-0FE2-3D7EA88C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3691E-8DA1-7218-D0E0-62600794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F6194-AB95-6664-90B3-8A21B6B9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0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FCB6B-7206-760B-36AE-941C74B9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E7306-F7A0-63DD-F5DA-C76C2246C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47DE6-B330-F95B-2DB5-2A019097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EAA89-3D42-A97E-46D9-3659A102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3A0DD-84A0-10AC-CC23-A147DF09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7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14BFF-9E1F-54B0-87F3-302D9BE07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250D5-F3CE-6BA4-C534-912405BC7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F6A3E-E157-85F2-11E9-DC900D5E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0778D-2FFF-48E8-C342-CB505D60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4A1B-2249-0952-6911-A94773C0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2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120A2F-D1AE-963D-51E5-D3F3B27F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CC372-2112-CCDD-630C-E4FA19242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9B7EA-6E87-7DE9-0715-53FACD9DC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A6A02-9B18-404B-A6C4-99E209F49A1B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80202-2451-5B19-F6F0-D6CA9A07C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44176-D810-FD76-91B5-6B1009DF2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D5F59-FCD2-44A7-BC83-9950D430D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3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6CE2-A533-EF34-679F-0D1D508DC9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Báo Cáo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90D9C-C1FC-6CDE-4B29-8B03381BD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1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D2348-C554-5768-273A-658A437E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59D0BC-8559-F14B-CAE5-66B3979A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TTS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92F5B-3C3B-22FC-22BD-0B4A21BB6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2EC1E82D-F7D0-7212-781E-E526FE45E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462680"/>
              </p:ext>
            </p:extLst>
          </p:nvPr>
        </p:nvGraphicFramePr>
        <p:xfrm>
          <a:off x="2398690" y="1485877"/>
          <a:ext cx="7394620" cy="3743922"/>
        </p:xfrm>
        <a:graphic>
          <a:graphicData uri="http://schemas.openxmlformats.org/drawingml/2006/table">
            <a:tbl>
              <a:tblPr/>
              <a:tblGrid>
                <a:gridCol w="16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Arial" charset="0"/>
                          <a:ea typeface="Arial" charset="0"/>
                          <a:cs typeface="Arial" charset="0"/>
                        </a:rPr>
                        <a:t>Chunk-20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Prosody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Arial" charset="0"/>
                          <a:ea typeface="Arial" charset="0"/>
                          <a:cs typeface="Arial" charset="0"/>
                        </a:rPr>
                        <a:t>Chunk-40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Prosody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Arial" charset="0"/>
                          <a:ea typeface="Arial" charset="0"/>
                          <a:cs typeface="Arial" charset="0"/>
                        </a:rPr>
                        <a:t>Chunk-80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Prosody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Arial" charset="0"/>
                          <a:ea typeface="Arial" charset="0"/>
                          <a:cs typeface="Arial" charset="0"/>
                        </a:rPr>
                        <a:t>Full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Prosody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79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459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17CE1-9BBB-066F-6383-293BF56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A0C46A-0FF1-5EF0-B062-49F26ECC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TTS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F394-FCE5-D88B-9409-757B98E72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8E2603BA-1DDD-4022-59F8-56277E87B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770901"/>
              </p:ext>
            </p:extLst>
          </p:nvPr>
        </p:nvGraphicFramePr>
        <p:xfrm>
          <a:off x="746760" y="1794129"/>
          <a:ext cx="10698480" cy="42793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Chunk-80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577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13CA-A314-A92A-F3BE-D51A0611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2D0156-73DC-D856-CA6A-C7E852F1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ASR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866C6-4713-D084-34A6-C654B2F9C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424E92-D9EE-801C-8EFC-86FB1F7D1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7" y="1690688"/>
            <a:ext cx="7924785" cy="429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0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57BB-1837-7DCC-D259-D7579606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C82783-539C-330A-34BB-D313BD99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ASR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6A06-E18C-4DDD-E6A1-D7BBA5A6D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2E9AD-6898-248F-6F1F-0603568DB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346" y="1328358"/>
            <a:ext cx="6125308" cy="521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57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4B156-1ED3-1EAE-BCB2-ADABA6D7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1D8224-5B29-BD60-D558-146C2F6B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ASR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3AF2C-B095-E25E-18AB-E1CBCAD3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4E89C5-43F3-C88C-E2F8-B1143729E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1479550"/>
            <a:ext cx="75819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61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8FEB5-7202-83B8-E90D-8D6F4603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E75061-F72C-9A84-63B0-E8C5A0F2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LLM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A100 query 10_3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E5396-BA19-F274-5B01-390B152FF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643A9-FD73-DAF4-53DC-E0A8FA8B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72" y="1461473"/>
            <a:ext cx="9591255" cy="474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17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1A02-BA21-DAB4-DE5F-175D916B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FC20E8-A884-D92E-A8D3-5582E0AB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LLM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A100 query 15_5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6972-9D14-4F5B-A072-1EAAAC783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7C8AC4-D883-7A3C-2F40-247A6A322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27" y="1484048"/>
            <a:ext cx="9573546" cy="469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46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7FBE-BD8D-11F1-2036-EC611989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F6902B-D0D7-B76D-A5DE-389E1D66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LLM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A100 query 20_7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12E28-655A-48C1-3292-26CCC06D6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endParaRPr lang="en-VN" dirty="0"/>
          </a:p>
          <a:p>
            <a:endParaRPr lang="en-VN" dirty="0"/>
          </a:p>
          <a:p>
            <a:endParaRPr lang="en-V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DCCAA9-340A-01D7-1127-5FD7FD78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16" y="1360479"/>
            <a:ext cx="9775767" cy="494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1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7D99-6D60-15D0-EEAF-73E35FBE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BFC690-70DB-2AEA-DA63-EDE4AEE8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10_3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097B-DF63-4278-A1F1-E838BED02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judge_model</a:t>
            </a:r>
            <a:r>
              <a:rPr lang="en-US" dirty="0"/>
              <a:t>": "Qwen/Qwen3.5-27B",</a:t>
            </a:r>
          </a:p>
          <a:p>
            <a:r>
              <a:rPr lang="en-US" dirty="0"/>
              <a:t>  "</a:t>
            </a:r>
            <a:r>
              <a:rPr lang="en-US" dirty="0" err="1"/>
              <a:t>n_samples</a:t>
            </a:r>
            <a:r>
              <a:rPr lang="en-US" dirty="0"/>
              <a:t>": 360,</a:t>
            </a:r>
          </a:p>
          <a:p>
            <a:r>
              <a:rPr lang="en-US" dirty="0"/>
              <a:t>  "</a:t>
            </a:r>
            <a:r>
              <a:rPr lang="en-US" dirty="0" err="1"/>
              <a:t>answer_correctness</a:t>
            </a:r>
            <a:r>
              <a:rPr lang="en-US" dirty="0"/>
              <a:t>": 0.5887,</a:t>
            </a:r>
          </a:p>
          <a:p>
            <a:r>
              <a:rPr lang="en-US" dirty="0"/>
              <a:t>  "faithfulness": 0.7375,</a:t>
            </a:r>
          </a:p>
          <a:p>
            <a:r>
              <a:rPr lang="en-US" dirty="0"/>
              <a:t>  "</a:t>
            </a:r>
            <a:r>
              <a:rPr lang="en-US" dirty="0" err="1"/>
              <a:t>context_recall</a:t>
            </a:r>
            <a:r>
              <a:rPr lang="en-US" dirty="0"/>
              <a:t>": 0.5184,</a:t>
            </a:r>
          </a:p>
          <a:p>
            <a:r>
              <a:rPr lang="en-US" dirty="0"/>
              <a:t>  "</a:t>
            </a:r>
            <a:r>
              <a:rPr lang="en-US" dirty="0" err="1"/>
              <a:t>context_precision</a:t>
            </a:r>
            <a:r>
              <a:rPr lang="en-US" dirty="0"/>
              <a:t>": 0.5426,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5554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F4C1-63F8-4473-9431-84743950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A59680-21B0-05AC-03B5-D8948072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15_5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34469-0B72-03AF-A0C2-0449D03AD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judge_model</a:t>
            </a:r>
            <a:r>
              <a:rPr lang="en-US" dirty="0"/>
              <a:t>": "Qwen/Qwen3.5-27B",</a:t>
            </a:r>
          </a:p>
          <a:p>
            <a:r>
              <a:rPr lang="en-US" dirty="0"/>
              <a:t>  "</a:t>
            </a:r>
            <a:r>
              <a:rPr lang="en-US" dirty="0" err="1"/>
              <a:t>n_samples</a:t>
            </a:r>
            <a:r>
              <a:rPr lang="en-US" dirty="0"/>
              <a:t>": 360,</a:t>
            </a:r>
          </a:p>
          <a:p>
            <a:r>
              <a:rPr lang="en-US" dirty="0"/>
              <a:t>  "</a:t>
            </a:r>
            <a:r>
              <a:rPr lang="en-US" dirty="0" err="1"/>
              <a:t>answer_correctness</a:t>
            </a:r>
            <a:r>
              <a:rPr lang="en-US" dirty="0"/>
              <a:t>": 0.6098,</a:t>
            </a:r>
          </a:p>
          <a:p>
            <a:r>
              <a:rPr lang="en-US" dirty="0"/>
              <a:t>  "faithfulness": 0.7723,</a:t>
            </a:r>
          </a:p>
          <a:p>
            <a:r>
              <a:rPr lang="en-US" dirty="0"/>
              <a:t>  "</a:t>
            </a:r>
            <a:r>
              <a:rPr lang="en-US" dirty="0" err="1"/>
              <a:t>context_recall</a:t>
            </a:r>
            <a:r>
              <a:rPr lang="en-US" dirty="0"/>
              <a:t>": 0.6239,</a:t>
            </a:r>
          </a:p>
          <a:p>
            <a:r>
              <a:rPr lang="en-US" dirty="0"/>
              <a:t>  "</a:t>
            </a:r>
            <a:r>
              <a:rPr lang="en-US" dirty="0" err="1"/>
              <a:t>context_precision</a:t>
            </a:r>
            <a:r>
              <a:rPr lang="en-US" dirty="0"/>
              <a:t>": 0.5709,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6215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5C3A-DFB1-D98B-D178-1003B7B30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4A185F-F763-EB44-5A95-F3DC9537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20_7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8F34-2797-5CB1-7A18-B96044111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judge_model</a:t>
            </a:r>
            <a:r>
              <a:rPr lang="en-US" dirty="0"/>
              <a:t>": "Qwen/Qwen3.5-27B",</a:t>
            </a:r>
          </a:p>
          <a:p>
            <a:r>
              <a:rPr lang="en-US" dirty="0"/>
              <a:t>  "</a:t>
            </a:r>
            <a:r>
              <a:rPr lang="en-US" dirty="0" err="1"/>
              <a:t>n_samples</a:t>
            </a:r>
            <a:r>
              <a:rPr lang="en-US" dirty="0"/>
              <a:t>": 360,</a:t>
            </a:r>
          </a:p>
          <a:p>
            <a:r>
              <a:rPr lang="en-US" dirty="0"/>
              <a:t>  "</a:t>
            </a:r>
            <a:r>
              <a:rPr lang="en-US" dirty="0" err="1"/>
              <a:t>answer_correctness</a:t>
            </a:r>
            <a:r>
              <a:rPr lang="en-US" dirty="0"/>
              <a:t>": 0.6136,</a:t>
            </a:r>
          </a:p>
          <a:p>
            <a:r>
              <a:rPr lang="en-US" dirty="0"/>
              <a:t>  "faithfulness": 0.7897,</a:t>
            </a:r>
          </a:p>
          <a:p>
            <a:r>
              <a:rPr lang="en-US" dirty="0"/>
              <a:t>  "</a:t>
            </a:r>
            <a:r>
              <a:rPr lang="en-US" dirty="0" err="1"/>
              <a:t>context_recall</a:t>
            </a:r>
            <a:r>
              <a:rPr lang="en-US" dirty="0"/>
              <a:t>": 0.683,</a:t>
            </a:r>
          </a:p>
          <a:p>
            <a:r>
              <a:rPr lang="en-US" dirty="0"/>
              <a:t>  "</a:t>
            </a:r>
            <a:r>
              <a:rPr lang="en-US" dirty="0" err="1"/>
              <a:t>context_precision</a:t>
            </a:r>
            <a:r>
              <a:rPr lang="en-US" dirty="0"/>
              <a:t>": 0.5493,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064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085B-19EC-0CFE-DC1F-D1CDC88D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AA71A8-FAE8-3179-8A8C-99FCE327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830D9-D604-1CC5-B9CD-85CBE1F3A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15_5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latency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901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EEA3-25DD-D6C0-454F-50364D3F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914B33-C419-533B-51CF-EF244B9C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CDDD-2632-7049-F1EF-2875E216A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4E0974-B0EA-1FA3-B6EE-AAB734110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61338"/>
            <a:ext cx="7772400" cy="434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55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CFBD-F185-56A1-34DA-B9D73BA3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6C2EB4-730A-43E5-E542-7787B8D3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17B13-BF26-5B21-4F8C-4844A24CC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extract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pdf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database</a:t>
            </a:r>
          </a:p>
          <a:p>
            <a:pPr>
              <a:buFontTx/>
              <a:buChar char="-"/>
            </a:pP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một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239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17D1-771E-FE98-405B-91C94BC16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B004DD-67E1-3A2B-C757-388794FD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EEA72-B3FC-BA1E-301F-17FAC0DC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6895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VN" sz="6400" dirty="0"/>
          </a:p>
          <a:p>
            <a:pPr marL="0" indent="0" algn="ctr">
              <a:buNone/>
            </a:pPr>
            <a:r>
              <a:rPr lang="en-VN" sz="6400" dirty="0"/>
              <a:t>The end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00384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9474</TotalTime>
  <Words>431</Words>
  <Application>Microsoft Macintosh PowerPoint</Application>
  <PresentationFormat>Widescreen</PresentationFormat>
  <Paragraphs>205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Báo Cáo đồ án tốt nghiệp</vt:lpstr>
      <vt:lpstr>1. TTS evaluation</vt:lpstr>
      <vt:lpstr>1. TTS evaluation</vt:lpstr>
      <vt:lpstr>2. ASR evaluation</vt:lpstr>
      <vt:lpstr>2. ASR evaluation</vt:lpstr>
      <vt:lpstr>2. ASR evaluation</vt:lpstr>
      <vt:lpstr>3. Kết quả LLM chạy trên A100 query 10_3</vt:lpstr>
      <vt:lpstr>3. Kết quả LLM chạy trên A100 query 15_5</vt:lpstr>
      <vt:lpstr>3. Kết quả LLM chạy trên A100 query 20_7</vt:lpstr>
      <vt:lpstr>3. Kết quả 10_3</vt:lpstr>
      <vt:lpstr>3. Kết quả 15_5</vt:lpstr>
      <vt:lpstr>2. Kết quả 20_7</vt:lpstr>
      <vt:lpstr>2. Kết luận</vt:lpstr>
      <vt:lpstr>Kiến trúc hệ thống</vt:lpstr>
      <vt:lpstr>Hướng phát triển hệ thống tiếp theo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Mini Project</dc:title>
  <dc:creator>An Bùi</dc:creator>
  <cp:lastModifiedBy>Tran Quang Minh (BDR)</cp:lastModifiedBy>
  <cp:revision>13</cp:revision>
  <dcterms:created xsi:type="dcterms:W3CDTF">2025-05-02T09:09:57Z</dcterms:created>
  <dcterms:modified xsi:type="dcterms:W3CDTF">2026-06-12T00:39:13Z</dcterms:modified>
</cp:coreProperties>
</file>